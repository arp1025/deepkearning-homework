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2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1BC64-6294-ECF8-71A1-BECFDEBD0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840117-2789-E816-C299-E45A2B9DA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77A583-877E-47CC-8A6E-707123DC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20576C-9B5A-92CA-31BA-0AB75AAC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CB7203-834B-E1C9-AD92-6FD5590A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0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E0B5A-8FA7-FC63-B3FE-8F54A168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4C41BA-60D3-D175-8CAB-9BDF4C5E1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7D9DB9-0FE0-A834-FA45-9D920E74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C7B03-3F45-66E5-CB12-8074C72A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E14F4E-D321-0381-978F-6C61FEB9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81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C9CAD-883E-2AA5-6924-F6B2C518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4DA14D-289C-5E40-891E-57AD472F2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1AE5C-A90E-8BB3-D576-68BE01BA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1B391D-29D4-1BB5-C803-00D12552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B118BD-176C-1EE9-865E-C3B9DBE4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520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84B6C-D2D7-1F95-2E13-0AA4AE3D2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857203-2852-A504-E326-AD58A710F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521C1F-EEF7-DF92-0510-134B4B14B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E8D45-7A82-95C0-A289-F20CD0B5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1A019E-4969-F713-CCEE-01EAC8A1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F5714-0353-74E3-8901-3ABD1553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84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9B701-6BA3-7776-5928-7FD7729B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375058-CECC-CFF0-61A2-8767B9033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078EB5-559C-9BA5-ABB9-37FDDCB46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ED43CE-5768-028D-D248-0D3BEC190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078496-EF37-CEE3-0F4A-0779C23C1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2FCBD6-C783-B565-B40A-22C9E2E9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F749EB-10F7-060F-115B-ED7126E5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EAF03C-973A-68B9-F15F-FCC7F565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83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1FED8-702D-FFA4-17EB-9F1D7A9A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9F9887-D671-9994-13D7-C5CBF3777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741502-31E9-5EFC-660F-52FCB972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DA53FB-D017-CF09-3B5B-7339C5A3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75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7CF3F6-E890-E315-6662-0C10B300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A2D6FD-26EE-D35C-A071-542CCBB2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453332-C5A5-BB69-4063-E8399F6C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13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EEC4A3-1FB7-F353-BA35-4254883E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CAEE9C-44DB-8F00-4389-4CA729880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9657CD-E47E-6F6F-3EF5-8C4B8603E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A3285B-99C4-90C3-00B4-21DC65B8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234DF2-0473-CD2C-6B9F-574CA7A6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A876B3-38AF-8B95-68C0-13A6BD042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52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0BE6B-78E1-CF9F-C32F-59DDA48B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6AEB8F-E15A-4CC9-A934-4E58B7D26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2DC144-CB62-C87D-9D5E-66F5B9353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7D525C-ECE5-6280-89DF-B52331078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EEF626-D08C-1ACD-3A5F-B183878E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53F359-E567-B5D9-62F4-4A08BF10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077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02FE8-F5D0-E6DF-61B5-0D6C69D2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5D4211-BAF4-41EA-5E38-C73DE6F36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FB3E4C-C358-B321-81EC-B49A2FA2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56418C-DB8E-912C-CCA1-FDEA0FD2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B04BF4-57B7-46E5-C1DB-37CCE1B1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07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0D7A66-39FD-A695-9C3A-4115297D6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AF3C6D-E327-E0C7-B92F-E31985F25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48CD2-C591-9909-4C98-6D46B272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C5123-9725-4229-0641-E03C619FC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A9088-B052-CC3A-1B49-E9D6F378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8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FD3CCD-279B-E03D-82E3-F73285CF7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AE7621-323E-378E-5E32-7C4F64F3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8AF2E2-973F-19FC-C46E-80698E2EF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4DB4C-1EC3-4796-BBF4-28C1C9DE9A0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B6A9FA-966F-0438-7E48-81F33E928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EA0AC-E7CD-14FA-DA55-9F9C90AAD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56DBE-9DC0-428C-8FC3-DE2E7BFED6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6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01910EE-B9EB-3CCD-D08F-5E794154B520}"/>
              </a:ext>
            </a:extLst>
          </p:cNvPr>
          <p:cNvSpPr/>
          <p:nvPr/>
        </p:nvSpPr>
        <p:spPr>
          <a:xfrm>
            <a:off x="657326" y="2253783"/>
            <a:ext cx="904540" cy="2081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输入层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zh-CN" sz="1400" dirty="0"/>
              <a:t>输入：文本ID序列 (batch, seq_len)</a:t>
            </a:r>
            <a:endParaRPr lang="zh-CN" altLang="en-US" sz="14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0AD0A40-D92B-2798-0A00-17ED363DDD69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561866" y="3294618"/>
            <a:ext cx="540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B96F187-F1AB-F5AB-3220-871969F18913}"/>
              </a:ext>
            </a:extLst>
          </p:cNvPr>
          <p:cNvSpPr/>
          <p:nvPr/>
        </p:nvSpPr>
        <p:spPr>
          <a:xfrm>
            <a:off x="2102678" y="2253783"/>
            <a:ext cx="1514262" cy="208167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词嵌入层 Embedding</a:t>
            </a:r>
            <a:endParaRPr lang="en-US" altLang="zh-C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zh-CN" sz="1400" dirty="0"/>
              <a:t>词表大小：10002 </a:t>
            </a:r>
            <a:endParaRPr lang="en-US" altLang="zh-C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zh-CN" sz="1400" dirty="0"/>
              <a:t>输出维度：128 维 </a:t>
            </a:r>
            <a:endParaRPr lang="en-US" altLang="zh-C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zh-CN" sz="1400" dirty="0"/>
              <a:t>padding_idx=0（&lt;pad&gt;不训练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67A2E46-8448-BC39-29F5-C51B76ADE5D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616940" y="3294617"/>
            <a:ext cx="4470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C455A89-C2E0-1139-3D7F-5356426D9A5C}"/>
              </a:ext>
            </a:extLst>
          </p:cNvPr>
          <p:cNvSpPr/>
          <p:nvPr/>
        </p:nvSpPr>
        <p:spPr>
          <a:xfrm>
            <a:off x="4068562" y="2253782"/>
            <a:ext cx="1062640" cy="2081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位置编码 Positional Encoding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AEB4CA-40DB-390C-D211-E71D4F06441E}"/>
              </a:ext>
            </a:extLst>
          </p:cNvPr>
          <p:cNvSpPr/>
          <p:nvPr/>
        </p:nvSpPr>
        <p:spPr>
          <a:xfrm>
            <a:off x="5410200" y="2253782"/>
            <a:ext cx="787400" cy="2081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第一层编码器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B5D85E4-C122-9485-5E76-8E078CBA2322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5131202" y="3294617"/>
            <a:ext cx="278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E95B09E-A5A1-15DC-3C10-6E20A5645A36}"/>
              </a:ext>
            </a:extLst>
          </p:cNvPr>
          <p:cNvSpPr/>
          <p:nvPr/>
        </p:nvSpPr>
        <p:spPr>
          <a:xfrm>
            <a:off x="6324600" y="2253782"/>
            <a:ext cx="787400" cy="2081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第二层编码器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82BEA21-B3E2-A6E4-5EFD-B9FFFFE16B6C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>
            <a:off x="6197600" y="3294617"/>
            <a:ext cx="127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标注: 下箭头 27">
            <a:extLst>
              <a:ext uri="{FF2B5EF4-FFF2-40B4-BE49-F238E27FC236}">
                <a16:creationId xmlns:a16="http://schemas.microsoft.com/office/drawing/2014/main" id="{E5502EA9-3E22-8159-8DBA-85890536C53A}"/>
              </a:ext>
            </a:extLst>
          </p:cNvPr>
          <p:cNvSpPr/>
          <p:nvPr/>
        </p:nvSpPr>
        <p:spPr>
          <a:xfrm>
            <a:off x="5582824" y="1054106"/>
            <a:ext cx="1425575" cy="1263836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000" dirty="0"/>
              <a:t>Transformer 编码器</a:t>
            </a:r>
            <a:endParaRPr lang="en-US" altLang="zh-CN" sz="1000" dirty="0"/>
          </a:p>
          <a:p>
            <a:pPr algn="ctr"/>
            <a:r>
              <a:rPr lang="zh-CN" altLang="zh-CN" sz="1000" dirty="0"/>
              <a:t>多头注意力：4 头</a:t>
            </a:r>
            <a:endParaRPr lang="en-US" altLang="zh-CN" sz="1000" dirty="0"/>
          </a:p>
          <a:p>
            <a:pPr algn="ctr"/>
            <a:r>
              <a:rPr lang="zh-CN" altLang="zh-CN" sz="1000" dirty="0"/>
              <a:t> 前馈网络维度：256 Dropout=0.</a:t>
            </a:r>
            <a:r>
              <a:rPr lang="en-US" altLang="zh-CN" sz="1000" dirty="0"/>
              <a:t>2</a:t>
            </a:r>
            <a:endParaRPr lang="zh-CN" altLang="en-US" sz="10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0A462F7-5F0D-A89C-90B3-95893C4A832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112000" y="3294616"/>
            <a:ext cx="3365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0B74EBDC-153A-385D-51B4-CD136B4CC8B6}"/>
              </a:ext>
            </a:extLst>
          </p:cNvPr>
          <p:cNvSpPr/>
          <p:nvPr/>
        </p:nvSpPr>
        <p:spPr>
          <a:xfrm>
            <a:off x="7439025" y="2253780"/>
            <a:ext cx="920750" cy="208166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平均池化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zh-CN" sz="900" dirty="0"/>
              <a:t>(batch, 256, 128) → (batch, 128)</a:t>
            </a:r>
            <a:endParaRPr lang="zh-CN" altLang="en-US" sz="9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E969BC6-CA80-0B62-8530-86D5164CA753}"/>
              </a:ext>
            </a:extLst>
          </p:cNvPr>
          <p:cNvCxnSpPr>
            <a:stCxn id="32" idx="3"/>
          </p:cNvCxnSpPr>
          <p:nvPr/>
        </p:nvCxnSpPr>
        <p:spPr>
          <a:xfrm flipV="1">
            <a:off x="8359775" y="3294613"/>
            <a:ext cx="3397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FF6AC88-617B-9953-FD11-B702C890D840}"/>
              </a:ext>
            </a:extLst>
          </p:cNvPr>
          <p:cNvSpPr/>
          <p:nvPr/>
        </p:nvSpPr>
        <p:spPr>
          <a:xfrm>
            <a:off x="8699500" y="2253780"/>
            <a:ext cx="977900" cy="208166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分类全连接层 Linear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zh-CN" sz="900" dirty="0"/>
              <a:t>128 → 2</a:t>
            </a:r>
            <a:endParaRPr lang="zh-CN" altLang="en-US" sz="900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98900EF-C0CE-AEA3-F9DD-57FFF955892F}"/>
              </a:ext>
            </a:extLst>
          </p:cNvPr>
          <p:cNvCxnSpPr>
            <a:stCxn id="35" idx="3"/>
          </p:cNvCxnSpPr>
          <p:nvPr/>
        </p:nvCxnSpPr>
        <p:spPr>
          <a:xfrm>
            <a:off x="9677400" y="3294613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8D14F0E-4DFF-90CF-B1D7-ED495D6E1CB0}"/>
              </a:ext>
            </a:extLst>
          </p:cNvPr>
          <p:cNvSpPr/>
          <p:nvPr/>
        </p:nvSpPr>
        <p:spPr>
          <a:xfrm>
            <a:off x="10058400" y="2209235"/>
            <a:ext cx="1079795" cy="220344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输出：二分类结果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zh-CN" sz="1000" dirty="0"/>
              <a:t>情感正 / 负（标签 0 / 1）</a:t>
            </a:r>
            <a:endParaRPr lang="zh-CN" altLang="en-US" sz="1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543173C-A3BE-9875-377D-315DE0693C70}"/>
              </a:ext>
            </a:extLst>
          </p:cNvPr>
          <p:cNvSpPr txBox="1"/>
          <p:nvPr/>
        </p:nvSpPr>
        <p:spPr>
          <a:xfrm>
            <a:off x="4498282" y="5724939"/>
            <a:ext cx="3693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整体模型流程图</a:t>
            </a:r>
          </a:p>
        </p:txBody>
      </p:sp>
    </p:spTree>
    <p:extLst>
      <p:ext uri="{BB962C8B-B14F-4D97-AF65-F5344CB8AC3E}">
        <p14:creationId xmlns:p14="http://schemas.microsoft.com/office/powerpoint/2010/main" val="296856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110</Words>
  <Application>Microsoft Office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1557138035@qq.com</dc:creator>
  <cp:lastModifiedBy>1557138035@qq.com</cp:lastModifiedBy>
  <cp:revision>5</cp:revision>
  <dcterms:created xsi:type="dcterms:W3CDTF">2026-06-12T09:54:56Z</dcterms:created>
  <dcterms:modified xsi:type="dcterms:W3CDTF">2026-06-12T10:13:51Z</dcterms:modified>
</cp:coreProperties>
</file>